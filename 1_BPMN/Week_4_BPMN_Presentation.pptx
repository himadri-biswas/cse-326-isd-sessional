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46" r:id="rId1"/>
  </p:sldMasterIdLst>
  <p:sldIdLst>
    <p:sldId id="271" r:id="rId2"/>
    <p:sldId id="257" r:id="rId3"/>
    <p:sldId id="272" r:id="rId4"/>
    <p:sldId id="261" r:id="rId5"/>
    <p:sldId id="259" r:id="rId6"/>
    <p:sldId id="260" r:id="rId7"/>
    <p:sldId id="262" r:id="rId8"/>
    <p:sldId id="267" r:id="rId9"/>
    <p:sldId id="263" r:id="rId10"/>
    <p:sldId id="268" r:id="rId11"/>
    <p:sldId id="264" r:id="rId12"/>
    <p:sldId id="269" r:id="rId13"/>
    <p:sldId id="265" r:id="rId14"/>
    <p:sldId id="266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76DE-682E-42D8-81D2-4E08E6487B1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9FE4B-5C05-469A-B675-5355C26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9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76DE-682E-42D8-81D2-4E08E6487B1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9FE4B-5C05-469A-B675-5355C26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606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76DE-682E-42D8-81D2-4E08E6487B1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9FE4B-5C05-469A-B675-5355C26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93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76DE-682E-42D8-81D2-4E08E6487B1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9FE4B-5C05-469A-B675-5355C26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4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76DE-682E-42D8-81D2-4E08E6487B1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9FE4B-5C05-469A-B675-5355C26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675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76DE-682E-42D8-81D2-4E08E6487B1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9FE4B-5C05-469A-B675-5355C26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31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76DE-682E-42D8-81D2-4E08E6487B1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9FE4B-5C05-469A-B675-5355C26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956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76DE-682E-42D8-81D2-4E08E6487B1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9FE4B-5C05-469A-B675-5355C26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52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76DE-682E-42D8-81D2-4E08E6487B1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9FE4B-5C05-469A-B675-5355C26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79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76DE-682E-42D8-81D2-4E08E6487B1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9FE4B-5C05-469A-B675-5355C26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999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76DE-682E-42D8-81D2-4E08E6487B1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9FE4B-5C05-469A-B675-5355C2681431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7809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76DE-682E-42D8-81D2-4E08E6487B1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9FE4B-5C05-469A-B675-5355C26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577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76DE-682E-42D8-81D2-4E08E6487B1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9FE4B-5C05-469A-B675-5355C268143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3526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76DE-682E-42D8-81D2-4E08E6487B1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9FE4B-5C05-469A-B675-5355C26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21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76DE-682E-42D8-81D2-4E08E6487B1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9FE4B-5C05-469A-B675-5355C26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806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76DE-682E-42D8-81D2-4E08E6487B1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9FE4B-5C05-469A-B675-5355C26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C76DE-682E-42D8-81D2-4E08E6487B1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E29FE4B-5C05-469A-B675-5355C26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926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8" r:id="rId2"/>
    <p:sldLayoutId id="2147484149" r:id="rId3"/>
    <p:sldLayoutId id="2147484150" r:id="rId4"/>
    <p:sldLayoutId id="2147484151" r:id="rId5"/>
    <p:sldLayoutId id="2147484152" r:id="rId6"/>
    <p:sldLayoutId id="2147484153" r:id="rId7"/>
    <p:sldLayoutId id="2147484154" r:id="rId8"/>
    <p:sldLayoutId id="2147484155" r:id="rId9"/>
    <p:sldLayoutId id="2147484156" r:id="rId10"/>
    <p:sldLayoutId id="2147484157" r:id="rId11"/>
    <p:sldLayoutId id="2147484158" r:id="rId12"/>
    <p:sldLayoutId id="2147484159" r:id="rId13"/>
    <p:sldLayoutId id="2147484160" r:id="rId14"/>
    <p:sldLayoutId id="2147484161" r:id="rId15"/>
    <p:sldLayoutId id="214748416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B9128-5367-3C8B-97F1-F0A1C702D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067" y="1397000"/>
            <a:ext cx="7766936" cy="26538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/>
              <a:t>                          AMAZON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2D862-5AA6-A764-CF50-87F9AA604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7067" y="4050833"/>
            <a:ext cx="7766936" cy="10968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cap="all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       Module :Order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275155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21">
            <a:extLst>
              <a:ext uri="{FF2B5EF4-FFF2-40B4-BE49-F238E27FC236}">
                <a16:creationId xmlns:a16="http://schemas.microsoft.com/office/drawing/2014/main" id="{BDDE9CD4-0E0A-4129-8689-A89C4E9A6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4F0A6620-1955-98DB-C8FC-E0DC50919BD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grpSp>
        <p:nvGrpSpPr>
          <p:cNvPr id="20" name="Group 23">
            <a:extLst>
              <a:ext uri="{FF2B5EF4-FFF2-40B4-BE49-F238E27FC236}">
                <a16:creationId xmlns:a16="http://schemas.microsoft.com/office/drawing/2014/main" id="{85DB3CA2-FA66-42B9-90EF-394894352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C8D0718-07C6-45A2-A743-BC64673C9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5">
              <a:extLst>
                <a:ext uri="{FF2B5EF4-FFF2-40B4-BE49-F238E27FC236}">
                  <a16:creationId xmlns:a16="http://schemas.microsoft.com/office/drawing/2014/main" id="{FAE7BCCE-817C-4933-A587-F1EF87D4B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0E96C1E8-3E07-4AF1-BA61-7FB948F90A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B3B592D1-4031-4144-A2DB-B2D8F8C73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55CB28D4-D6D1-4DB7-B557-D5FF65237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id="{F69D97D4-6031-4064-9BBA-2E96839A3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BAF978AE-97B1-4224-A562-EBCE373A1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3A18250B-41A2-4BA7-9E5C-679CF3AE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C8751ECC-5286-4332-9942-2D01B7135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5952A4A6-F619-458C-A026-6E5D6AF15D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16C131-B8CE-3D3C-DDA6-72C54C11E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BPMN diagram Presentation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903D704-F249-63B9-F7AA-0605B6B84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Presented by</a:t>
            </a:r>
          </a:p>
          <a:p>
            <a:pPr marL="0" indent="0">
              <a:buNone/>
            </a:pPr>
            <a:r>
              <a:rPr lang="en-US" dirty="0" err="1"/>
              <a:t>Anuron</a:t>
            </a:r>
            <a:r>
              <a:rPr lang="en-US" dirty="0"/>
              <a:t> </a:t>
            </a:r>
            <a:r>
              <a:rPr lang="en-US" dirty="0" err="1"/>
              <a:t>Maitro</a:t>
            </a:r>
            <a:r>
              <a:rPr lang="en-US" dirty="0"/>
              <a:t> (2105037)</a:t>
            </a:r>
          </a:p>
          <a:p>
            <a:pPr marL="0" indent="0">
              <a:buNone/>
            </a:pPr>
            <a:r>
              <a:rPr lang="en-US" dirty="0"/>
              <a:t>Group-2 (A2)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Other members of the group :</a:t>
            </a:r>
          </a:p>
          <a:p>
            <a:pPr marL="0" indent="0">
              <a:buNone/>
            </a:pPr>
            <a:r>
              <a:rPr lang="en-US" dirty="0"/>
              <a:t>Md. Asif Ali (2105038)</a:t>
            </a:r>
          </a:p>
          <a:p>
            <a:pPr marL="0" indent="0">
              <a:buNone/>
            </a:pPr>
            <a:r>
              <a:rPr lang="en-US" dirty="0"/>
              <a:t>Md. Maruf Hasan Rubab (2105042)</a:t>
            </a:r>
          </a:p>
          <a:p>
            <a:pPr marL="0" indent="0">
              <a:buNone/>
            </a:pPr>
            <a:r>
              <a:rPr lang="en-US" dirty="0"/>
              <a:t>Himadri Gobinda Biswas (2105047)</a:t>
            </a:r>
          </a:p>
          <a:p>
            <a:pPr marL="0" indent="0">
              <a:buNone/>
            </a:pPr>
            <a:r>
              <a:rPr lang="en-US" dirty="0"/>
              <a:t>Md. Mehedi Hasan (2105052)</a:t>
            </a:r>
          </a:p>
          <a:p>
            <a:pPr marL="0" indent="0">
              <a:buNone/>
            </a:pPr>
            <a:r>
              <a:rPr lang="en-US" dirty="0"/>
              <a:t>Md. </a:t>
            </a:r>
            <a:r>
              <a:rPr lang="en-US" dirty="0" err="1"/>
              <a:t>Rafat</a:t>
            </a:r>
            <a:r>
              <a:rPr lang="en-US" dirty="0"/>
              <a:t> Kabir (2105054)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27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06183-CDC0-4265-B51F-9C97B0F76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ED81F-5600-47AD-8EF5-61B50859C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Order Management Module includes 6 core features:</a:t>
            </a:r>
          </a:p>
          <a:p>
            <a:r>
              <a:rPr lang="en-US" dirty="0"/>
              <a:t>1 )Show Product Cards</a:t>
            </a:r>
          </a:p>
          <a:p>
            <a:r>
              <a:rPr lang="en-US" dirty="0"/>
              <a:t>2 )Search Items by Category and Name</a:t>
            </a:r>
          </a:p>
          <a:p>
            <a:r>
              <a:rPr lang="en-US" dirty="0"/>
              <a:t>3 )Add/Remove Items from Cart</a:t>
            </a:r>
          </a:p>
          <a:p>
            <a:r>
              <a:rPr lang="en-US" dirty="0"/>
              <a:t>4 )Place Order</a:t>
            </a:r>
          </a:p>
          <a:p>
            <a:r>
              <a:rPr lang="en-US" dirty="0"/>
              <a:t>5 )Order Review and Checkout</a:t>
            </a:r>
          </a:p>
          <a:p>
            <a:r>
              <a:rPr lang="en-US" dirty="0"/>
              <a:t>6 )Cancel Order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0704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097CC1E-8341-4701-CD99-7A54EEEC7042}"/>
              </a:ext>
            </a:extLst>
          </p:cNvPr>
          <p:cNvSpPr txBox="1"/>
          <p:nvPr/>
        </p:nvSpPr>
        <p:spPr>
          <a:xfrm>
            <a:off x="157260" y="319574"/>
            <a:ext cx="267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Entire BPMN diagram 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DB8948-B522-4856-A366-67DAC7682F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306" y="645459"/>
            <a:ext cx="11421036" cy="6212541"/>
          </a:xfrm>
        </p:spPr>
      </p:pic>
    </p:spTree>
    <p:extLst>
      <p:ext uri="{BB962C8B-B14F-4D97-AF65-F5344CB8AC3E}">
        <p14:creationId xmlns:p14="http://schemas.microsoft.com/office/powerpoint/2010/main" val="2381948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C8C86-1941-711F-6E6D-F83DABDF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67274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/>
              <a:t>Pools :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9C4A078-250E-038D-99DB-C80DC1C78E8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77334" y="2328826"/>
            <a:ext cx="85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buFont typeface="Wingdings" panose="05000000000000000000" pitchFamily="2" charset="2"/>
              <a:buChar char="Ø"/>
            </a:pPr>
            <a:r>
              <a:rPr lang="en-US" sz="1800" dirty="0"/>
              <a:t>  Customer (User)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DFAA4F1-C7CF-ED94-B139-7D27A4A0B39D}"/>
              </a:ext>
            </a:extLst>
          </p:cNvPr>
          <p:cNvSpPr txBox="1">
            <a:spLocks/>
          </p:cNvSpPr>
          <p:nvPr/>
        </p:nvSpPr>
        <p:spPr>
          <a:xfrm>
            <a:off x="677334" y="2913601"/>
            <a:ext cx="8596312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buFont typeface="Wingdings" panose="05000000000000000000" pitchFamily="2" charset="2"/>
              <a:buChar char="Ø"/>
            </a:pPr>
            <a:r>
              <a:rPr lang="en-US" sz="1800" dirty="0"/>
              <a:t>  Server (Amazon Order Management System)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223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F7F8D-EEB6-303A-356B-FF60817B0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89" y="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Customer Pool:</a:t>
            </a:r>
            <a:br>
              <a:rPr lang="en-US" dirty="0"/>
            </a:br>
            <a:r>
              <a:rPr lang="en-US" dirty="0"/>
              <a:t>Starting the process 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5DE2EBD6-C46F-60DA-DA6F-72799BEC38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9411" y="1464906"/>
            <a:ext cx="4915993" cy="4253270"/>
          </a:xfrm>
        </p:spPr>
      </p:pic>
    </p:spTree>
    <p:extLst>
      <p:ext uri="{BB962C8B-B14F-4D97-AF65-F5344CB8AC3E}">
        <p14:creationId xmlns:p14="http://schemas.microsoft.com/office/powerpoint/2010/main" val="1400841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A4128-AC79-6990-91DA-0003CBA94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8596668" cy="1045029"/>
          </a:xfrm>
        </p:spPr>
        <p:txBody>
          <a:bodyPr>
            <a:normAutofit fontScale="90000"/>
          </a:bodyPr>
          <a:lstStyle/>
          <a:p>
            <a:r>
              <a:rPr lang="en-US" dirty="0"/>
              <a:t>Customer Pool:</a:t>
            </a:r>
            <a:br>
              <a:rPr lang="en-US" dirty="0"/>
            </a:br>
            <a:r>
              <a:rPr lang="en-US" dirty="0"/>
              <a:t>Find the desired Product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71D0F06-60F8-4412-BFCF-F65E746C59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2" y="1864659"/>
            <a:ext cx="9075737" cy="4043082"/>
          </a:xfrm>
        </p:spPr>
      </p:pic>
    </p:spTree>
    <p:extLst>
      <p:ext uri="{BB962C8B-B14F-4D97-AF65-F5344CB8AC3E}">
        <p14:creationId xmlns:p14="http://schemas.microsoft.com/office/powerpoint/2010/main" val="3344941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4C65-B7CF-91BF-0FE2-4AC4DD17D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Server Pool:</a:t>
            </a:r>
            <a:br>
              <a:rPr lang="en-US" dirty="0"/>
            </a:br>
            <a:r>
              <a:rPr lang="en-US" dirty="0"/>
              <a:t>Handling calculation of product cost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E703D5-1361-D7B6-81AF-D34951F274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2798" y="1930400"/>
            <a:ext cx="5646341" cy="3881437"/>
          </a:xfrm>
        </p:spPr>
      </p:pic>
    </p:spTree>
    <p:extLst>
      <p:ext uri="{BB962C8B-B14F-4D97-AF65-F5344CB8AC3E}">
        <p14:creationId xmlns:p14="http://schemas.microsoft.com/office/powerpoint/2010/main" val="3401239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4457-8E5E-2125-07DE-5AAA9BD9F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289" y="0"/>
            <a:ext cx="8596668" cy="1063690"/>
          </a:xfrm>
        </p:spPr>
        <p:txBody>
          <a:bodyPr>
            <a:normAutofit fontScale="90000"/>
          </a:bodyPr>
          <a:lstStyle/>
          <a:p>
            <a:r>
              <a:rPr lang="en-US" dirty="0"/>
              <a:t>Customer Pool:</a:t>
            </a:r>
            <a:br>
              <a:rPr lang="en-US" dirty="0"/>
            </a:br>
            <a:r>
              <a:rPr lang="en-US" dirty="0"/>
              <a:t>Managing Cart and Order Placement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D826F7-FDCE-4D5A-976E-C0F645425F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659" y="1183342"/>
            <a:ext cx="9995646" cy="4866986"/>
          </a:xfrm>
        </p:spPr>
      </p:pic>
    </p:spTree>
    <p:extLst>
      <p:ext uri="{BB962C8B-B14F-4D97-AF65-F5344CB8AC3E}">
        <p14:creationId xmlns:p14="http://schemas.microsoft.com/office/powerpoint/2010/main" val="1720879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6E39C-5CA4-01F7-46C2-089C3AC83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Server Pool:</a:t>
            </a:r>
            <a:br>
              <a:rPr lang="en-US" dirty="0"/>
            </a:br>
            <a:r>
              <a:rPr lang="en-US" dirty="0"/>
              <a:t>Cost Update and address validation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88DC41-CF05-1217-A4EF-A705EBF7C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7690" y="1930400"/>
            <a:ext cx="8596312" cy="3629554"/>
          </a:xfrm>
        </p:spPr>
      </p:pic>
    </p:spTree>
    <p:extLst>
      <p:ext uri="{BB962C8B-B14F-4D97-AF65-F5344CB8AC3E}">
        <p14:creationId xmlns:p14="http://schemas.microsoft.com/office/powerpoint/2010/main" val="812994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745C2-09E8-9A14-F848-25CDBB7D5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30" y="217715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dirty="0"/>
              <a:t>Customer Pool :</a:t>
            </a:r>
            <a:br>
              <a:rPr lang="en-US" dirty="0"/>
            </a:br>
            <a:r>
              <a:rPr lang="en-US" dirty="0"/>
              <a:t>Payment Processing and Order Completion 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225618-E16F-EBBC-AC1D-72873F21A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7863" y="2743316"/>
            <a:ext cx="8596312" cy="2715981"/>
          </a:xfrm>
        </p:spPr>
      </p:pic>
    </p:spTree>
    <p:extLst>
      <p:ext uri="{BB962C8B-B14F-4D97-AF65-F5344CB8AC3E}">
        <p14:creationId xmlns:p14="http://schemas.microsoft.com/office/powerpoint/2010/main" val="1461230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353F5-F728-CB87-7E76-4A54BEBC3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Server Pool:</a:t>
            </a:r>
            <a:br>
              <a:rPr lang="en-US" dirty="0"/>
            </a:br>
            <a:r>
              <a:rPr lang="en-US" dirty="0"/>
              <a:t>Handling Order Placement and payment</a:t>
            </a:r>
            <a:br>
              <a:rPr lang="en-US" dirty="0"/>
            </a:br>
            <a:r>
              <a:rPr lang="en-US" dirty="0"/>
              <a:t>validation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B74045-48B1-6115-49B2-DD209E443F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2544080"/>
            <a:ext cx="8596312" cy="3114453"/>
          </a:xfrm>
        </p:spPr>
      </p:pic>
    </p:spTree>
    <p:extLst>
      <p:ext uri="{BB962C8B-B14F-4D97-AF65-F5344CB8AC3E}">
        <p14:creationId xmlns:p14="http://schemas.microsoft.com/office/powerpoint/2010/main" val="2459907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257E3-0D01-FD03-61BB-B7D972F86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Customer Pool:</a:t>
            </a:r>
            <a:br>
              <a:rPr lang="en-US" dirty="0"/>
            </a:br>
            <a:r>
              <a:rPr lang="en-US" dirty="0"/>
              <a:t>Order Cancellation 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C60386-56FB-D193-A050-A594A72C7B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7863" y="2400300"/>
            <a:ext cx="9485312" cy="2843491"/>
          </a:xfrm>
        </p:spPr>
      </p:pic>
    </p:spTree>
    <p:extLst>
      <p:ext uri="{BB962C8B-B14F-4D97-AF65-F5344CB8AC3E}">
        <p14:creationId xmlns:p14="http://schemas.microsoft.com/office/powerpoint/2010/main" val="2539277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719E4-F22F-9623-BEFE-A55548CE7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34" y="228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Sever Pool:</a:t>
            </a:r>
            <a:br>
              <a:rPr lang="en-US" dirty="0"/>
            </a:br>
            <a:r>
              <a:rPr lang="en-US" dirty="0"/>
              <a:t>Order Cancellation handling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F9F6E4-C76B-87BC-6997-7186E387BE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088" y="1617631"/>
            <a:ext cx="7666037" cy="3309970"/>
          </a:xfrm>
        </p:spPr>
      </p:pic>
    </p:spTree>
    <p:extLst>
      <p:ext uri="{BB962C8B-B14F-4D97-AF65-F5344CB8AC3E}">
        <p14:creationId xmlns:p14="http://schemas.microsoft.com/office/powerpoint/2010/main" val="410170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025FA-8433-1A61-B922-C2F9145B8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                        </a:t>
            </a:r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3600" dirty="0"/>
              <a:t>   Thank You!</a:t>
            </a:r>
          </a:p>
        </p:txBody>
      </p:sp>
    </p:spTree>
    <p:extLst>
      <p:ext uri="{BB962C8B-B14F-4D97-AF65-F5344CB8AC3E}">
        <p14:creationId xmlns:p14="http://schemas.microsoft.com/office/powerpoint/2010/main" val="5803737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1530</TotalTime>
  <Words>213</Words>
  <Application>Microsoft Office PowerPoint</Application>
  <PresentationFormat>Widescreen</PresentationFormat>
  <Paragraphs>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Trebuchet MS</vt:lpstr>
      <vt:lpstr>Wingdings</vt:lpstr>
      <vt:lpstr>Wingdings 3</vt:lpstr>
      <vt:lpstr>Facet</vt:lpstr>
      <vt:lpstr>                          AMAZON</vt:lpstr>
      <vt:lpstr>BPMN diagram Presentation</vt:lpstr>
      <vt:lpstr>Features</vt:lpstr>
      <vt:lpstr>PowerPoint Presentation</vt:lpstr>
      <vt:lpstr>Pools :  </vt:lpstr>
      <vt:lpstr>Customer Pool: Starting the process </vt:lpstr>
      <vt:lpstr>Customer Pool: Find the desired Product </vt:lpstr>
      <vt:lpstr>Server Pool: Handling calculation of product cost</vt:lpstr>
      <vt:lpstr>Customer Pool: Managing Cart and Order Placement</vt:lpstr>
      <vt:lpstr>Server Pool: Cost Update and address validation</vt:lpstr>
      <vt:lpstr>Customer Pool : Payment Processing and Order Completion Workflow</vt:lpstr>
      <vt:lpstr>Server Pool: Handling Order Placement and payment validation</vt:lpstr>
      <vt:lpstr>Customer Pool: Order Cancellation Workflow</vt:lpstr>
      <vt:lpstr>Sever Pool: Order Cancellation handling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  </dc:title>
  <dc:creator>2105038 - Md. Asif Ali</dc:creator>
  <cp:lastModifiedBy>Anuron Maitro</cp:lastModifiedBy>
  <cp:revision>14</cp:revision>
  <dcterms:created xsi:type="dcterms:W3CDTF">2025-12-30T06:04:30Z</dcterms:created>
  <dcterms:modified xsi:type="dcterms:W3CDTF">2026-01-03T09:17:11Z</dcterms:modified>
</cp:coreProperties>
</file>